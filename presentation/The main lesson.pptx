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A49E53-D16F-4F7F-84C0-A9B5FA19F733}" v="6" dt="2026-08-03T03:14:35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mma Little" userId="6e23c02541cfb0bd" providerId="LiveId" clId="{B71C111D-398C-466F-BDD7-B627A9C0CF12}"/>
    <pc:docChg chg="undo custSel delSld modSld">
      <pc:chgData name="Jemma Little" userId="6e23c02541cfb0bd" providerId="LiveId" clId="{B71C111D-398C-466F-BDD7-B627A9C0CF12}" dt="2026-08-03T03:18:25.720" v="4113" actId="20577"/>
      <pc:docMkLst>
        <pc:docMk/>
      </pc:docMkLst>
      <pc:sldChg chg="modSp mod">
        <pc:chgData name="Jemma Little" userId="6e23c02541cfb0bd" providerId="LiveId" clId="{B71C111D-398C-466F-BDD7-B627A9C0CF12}" dt="2026-08-03T02:59:07.444" v="1465" actId="20577"/>
        <pc:sldMkLst>
          <pc:docMk/>
          <pc:sldMk cId="2093612931" sldId="256"/>
        </pc:sldMkLst>
        <pc:spChg chg="mod">
          <ac:chgData name="Jemma Little" userId="6e23c02541cfb0bd" providerId="LiveId" clId="{B71C111D-398C-466F-BDD7-B627A9C0CF12}" dt="2026-08-03T02:59:07.444" v="1465" actId="20577"/>
          <ac:spMkLst>
            <pc:docMk/>
            <pc:sldMk cId="2093612931" sldId="256"/>
            <ac:spMk id="3" creationId="{B421D6FD-6C33-02A0-DE53-1E186D4E6ACE}"/>
          </ac:spMkLst>
        </pc:spChg>
      </pc:sldChg>
      <pc:sldChg chg="modSp mod">
        <pc:chgData name="Jemma Little" userId="6e23c02541cfb0bd" providerId="LiveId" clId="{B71C111D-398C-466F-BDD7-B627A9C0CF12}" dt="2026-08-03T03:03:27.335" v="1917" actId="1076"/>
        <pc:sldMkLst>
          <pc:docMk/>
          <pc:sldMk cId="1731413787" sldId="258"/>
        </pc:sldMkLst>
        <pc:spChg chg="mod">
          <ac:chgData name="Jemma Little" userId="6e23c02541cfb0bd" providerId="LiveId" clId="{B71C111D-398C-466F-BDD7-B627A9C0CF12}" dt="2026-08-03T03:02:28.618" v="1911" actId="1076"/>
          <ac:spMkLst>
            <pc:docMk/>
            <pc:sldMk cId="1731413787" sldId="258"/>
            <ac:spMk id="2" creationId="{195CEB75-F8EB-F261-A4CD-BAC0FF342F79}"/>
          </ac:spMkLst>
        </pc:spChg>
        <pc:spChg chg="mod">
          <ac:chgData name="Jemma Little" userId="6e23c02541cfb0bd" providerId="LiveId" clId="{B71C111D-398C-466F-BDD7-B627A9C0CF12}" dt="2026-08-03T03:03:27.335" v="1917" actId="1076"/>
          <ac:spMkLst>
            <pc:docMk/>
            <pc:sldMk cId="1731413787" sldId="258"/>
            <ac:spMk id="3" creationId="{2BBEFCDB-5DAE-4281-F2EA-B4D3691037CF}"/>
          </ac:spMkLst>
        </pc:spChg>
      </pc:sldChg>
      <pc:sldChg chg="modSp mod">
        <pc:chgData name="Jemma Little" userId="6e23c02541cfb0bd" providerId="LiveId" clId="{B71C111D-398C-466F-BDD7-B627A9C0CF12}" dt="2026-08-03T03:14:06.333" v="3503" actId="20577"/>
        <pc:sldMkLst>
          <pc:docMk/>
          <pc:sldMk cId="3320564778" sldId="259"/>
        </pc:sldMkLst>
        <pc:spChg chg="mod">
          <ac:chgData name="Jemma Little" userId="6e23c02541cfb0bd" providerId="LiveId" clId="{B71C111D-398C-466F-BDD7-B627A9C0CF12}" dt="2026-08-03T03:03:55.639" v="1940" actId="20577"/>
          <ac:spMkLst>
            <pc:docMk/>
            <pc:sldMk cId="3320564778" sldId="259"/>
            <ac:spMk id="2" creationId="{58150120-D0E9-266B-8A10-32F2BBE100D7}"/>
          </ac:spMkLst>
        </pc:spChg>
        <pc:spChg chg="mod">
          <ac:chgData name="Jemma Little" userId="6e23c02541cfb0bd" providerId="LiveId" clId="{B71C111D-398C-466F-BDD7-B627A9C0CF12}" dt="2026-08-03T03:14:06.333" v="3503" actId="20577"/>
          <ac:spMkLst>
            <pc:docMk/>
            <pc:sldMk cId="3320564778" sldId="259"/>
            <ac:spMk id="3" creationId="{89684CE0-91F2-3C78-0D0C-DF7EC975BC36}"/>
          </ac:spMkLst>
        </pc:spChg>
      </pc:sldChg>
      <pc:sldChg chg="modSp del mod">
        <pc:chgData name="Jemma Little" userId="6e23c02541cfb0bd" providerId="LiveId" clId="{B71C111D-398C-466F-BDD7-B627A9C0CF12}" dt="2026-08-03T02:55:51.742" v="1457" actId="2696"/>
        <pc:sldMkLst>
          <pc:docMk/>
          <pc:sldMk cId="1546502522" sldId="260"/>
        </pc:sldMkLst>
        <pc:spChg chg="mod">
          <ac:chgData name="Jemma Little" userId="6e23c02541cfb0bd" providerId="LiveId" clId="{B71C111D-398C-466F-BDD7-B627A9C0CF12}" dt="2026-08-03T01:16:34.109" v="651" actId="20577"/>
          <ac:spMkLst>
            <pc:docMk/>
            <pc:sldMk cId="1546502522" sldId="260"/>
            <ac:spMk id="3" creationId="{69E4F5C1-B1A8-18F2-DBCE-D6384DD1953E}"/>
          </ac:spMkLst>
        </pc:spChg>
      </pc:sldChg>
      <pc:sldChg chg="modSp mod">
        <pc:chgData name="Jemma Little" userId="6e23c02541cfb0bd" providerId="LiveId" clId="{B71C111D-398C-466F-BDD7-B627A9C0CF12}" dt="2026-08-03T03:18:25.720" v="4113" actId="20577"/>
        <pc:sldMkLst>
          <pc:docMk/>
          <pc:sldMk cId="512381374" sldId="261"/>
        </pc:sldMkLst>
        <pc:spChg chg="mod">
          <ac:chgData name="Jemma Little" userId="6e23c02541cfb0bd" providerId="LiveId" clId="{B71C111D-398C-466F-BDD7-B627A9C0CF12}" dt="2026-08-03T03:14:31.750" v="3542" actId="20577"/>
          <ac:spMkLst>
            <pc:docMk/>
            <pc:sldMk cId="512381374" sldId="261"/>
            <ac:spMk id="2" creationId="{31F006B1-AC3B-F0A2-E1AD-B5EEEF54D106}"/>
          </ac:spMkLst>
        </pc:spChg>
        <pc:spChg chg="mod">
          <ac:chgData name="Jemma Little" userId="6e23c02541cfb0bd" providerId="LiveId" clId="{B71C111D-398C-466F-BDD7-B627A9C0CF12}" dt="2026-08-03T03:18:25.720" v="4113" actId="20577"/>
          <ac:spMkLst>
            <pc:docMk/>
            <pc:sldMk cId="512381374" sldId="261"/>
            <ac:spMk id="3" creationId="{9DCDC6E3-BFAF-98D4-03DB-7E019ABF43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40D8-6272-15D0-3A1F-E5FA63D2E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20D03-B47E-3BD6-967B-F26C3D2BE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2DB55-ED73-E32C-97E7-B77BA2E8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32BF-69C3-9377-6D96-32E6FD18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4AD7A-DEEA-5361-8648-1BF318A4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DF22-361E-EF97-9834-A0AF3152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E949-8F63-5888-6592-681D59A90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72A87-F10D-3C49-C786-7E50E2A0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2679-D6C7-7D8B-42BD-08297508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DAB47-1468-D391-A33C-B5A4D870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0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AC8C-44BE-18EF-38EC-65A3C2B7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3871E-31F3-9E70-4BF6-D7F17EAF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E9D0-D6D5-D241-0226-5DF39F44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16574-4202-8120-8616-287656D0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A738-FB78-2C28-C15B-470B408C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4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2B2A-FAA0-FFB3-9212-F212B703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288D-5887-84FB-873C-EA31028AC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3E965-123A-60D5-6967-D35CAD6DF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3C7A6-E2B4-91B3-5103-6108C717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D04A6-BE41-EA23-252B-0A229DA1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33672-42EA-2192-044E-487A1878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08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D74F-3E76-CF65-D4AB-992F6A36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A5E1C-2708-B711-F950-CEF4A16DC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A7219-B681-5B31-305E-162345E7F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319BF-1A59-15D2-658D-39E6D189F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050DE-4367-76B6-EF45-DC4FA507E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3C552-57A1-9B93-8152-D7CE69C2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40A6B-6F26-72E9-9129-42C693DE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DCDE7-65D8-2F25-BF60-D7327FD6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2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18D9-C1B2-A87F-9DC2-6FDAA086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ED2A1-4ACA-03F4-5C0D-9F421C2E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01DAF-E411-C631-2451-4C6EABF7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82894-27D6-2527-8B52-4F840CEE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6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B0FF4-F6F9-013B-740F-5C8B1F1F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3BCF8-C954-F319-FCCB-7CA89F66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8BFC2-28A0-3265-9E0F-5644F19D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2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E995-111C-C669-ABCB-EFB036F9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F3224-24E6-720B-A87C-FA258DF3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60D16-BD23-61E1-32C1-DFE607FCF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E8F0B-A267-278F-1C5F-B2753F47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CA26-1F3E-6B17-C26E-D292F006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C11D-F6EF-67D7-F46A-7360C111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9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D7D3-4B5F-6F72-D84C-E83FF52D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E8270-0124-F340-049B-1052EF69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76F3F-7DC1-E33A-0B03-64A54329F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EED7-C8BC-3DFF-1CEB-F1360EB0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244E-7FF9-9A0C-75F6-DE9BB882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9A83D-263C-59B9-107E-D1A5065F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2E10-90EB-81EB-A0FF-D71123A8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6577F-7D6C-0BC3-4350-032A6FB8C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6395-FF5D-72E6-6187-67201476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60659-863E-979D-0D56-60D8A9A0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9F458-1FBF-5D70-B9B1-335DC6C7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8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B05DB-B53A-2F60-7B4D-53A552ACD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2406F-A702-A163-D619-C674CD447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E12D3-E288-CA4C-535B-D9CE98FD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7DD3-1646-DDF8-E3CF-1F510AA5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C06D0-4811-22B1-EF4E-77071D37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8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D17FB-FAFD-58F5-895B-864956FC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496A0-9C59-EBC0-967E-0F2A340E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57BD-E1B0-42C7-AC2F-59928E613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F845C-7F05-4F68-9CFE-E37358E7B32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27862-7FBE-7A55-B661-71A208238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58613-076E-F14E-873F-6A02E71DA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534AD-4763-487E-9646-3777E94FC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05D4-206A-4D5D-F250-D51436357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8" y="257124"/>
            <a:ext cx="9144000" cy="2387600"/>
          </a:xfrm>
        </p:spPr>
        <p:txBody>
          <a:bodyPr/>
          <a:lstStyle/>
          <a:p>
            <a:r>
              <a:rPr lang="en-US" dirty="0"/>
              <a:t>The main lesson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1D6FD-6C33-02A0-DE53-1E186D4E6A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Frequent commits allowed experimentation without fear of breaking the project.</a:t>
            </a:r>
          </a:p>
        </p:txBody>
      </p:sp>
    </p:spTree>
    <p:extLst>
      <p:ext uri="{BB962C8B-B14F-4D97-AF65-F5344CB8AC3E}">
        <p14:creationId xmlns:p14="http://schemas.microsoft.com/office/powerpoint/2010/main" val="209361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148B-3EC5-93A8-79D5-EFF7D31B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two stages of development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A336E8-155B-B09E-0A8D-846BA3DC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7237"/>
            <a:ext cx="10515600" cy="356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3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EB75-F8EB-F261-A4CD-BAC0FF34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286467"/>
            <a:ext cx="10515600" cy="3253146"/>
          </a:xfrm>
        </p:spPr>
        <p:txBody>
          <a:bodyPr>
            <a:normAutofit fontScale="90000"/>
          </a:bodyPr>
          <a:lstStyle/>
          <a:p>
            <a:r>
              <a:rPr lang="en-US" dirty="0"/>
              <a:t>At its basic level, A game is a loop.</a:t>
            </a:r>
            <a:br>
              <a:rPr lang="en-US" dirty="0"/>
            </a:br>
            <a:r>
              <a:rPr lang="en-US" dirty="0"/>
              <a:t>While running:</a:t>
            </a:r>
            <a:br>
              <a:rPr lang="en-US" dirty="0"/>
            </a:br>
            <a:r>
              <a:rPr lang="en-US" dirty="0"/>
              <a:t>	events</a:t>
            </a:r>
            <a:br>
              <a:rPr lang="en-US" dirty="0"/>
            </a:br>
            <a:r>
              <a:rPr lang="en-US" dirty="0"/>
              <a:t>	update</a:t>
            </a:r>
            <a:br>
              <a:rPr lang="en-US" dirty="0"/>
            </a:br>
            <a:r>
              <a:rPr lang="en-US" dirty="0"/>
              <a:t>	render</a:t>
            </a:r>
            <a:br>
              <a:rPr lang="en-US" dirty="0"/>
            </a:br>
            <a:r>
              <a:rPr lang="en-US" dirty="0"/>
              <a:t>	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EFCDB-5DAE-4281-F2EA-B4D36910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236" y="2506662"/>
            <a:ext cx="1233948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Initialize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Screen = </a:t>
            </a:r>
            <a:r>
              <a:rPr lang="en-US" dirty="0" err="1"/>
              <a:t>pygame.display.set_mode</a:t>
            </a:r>
            <a:r>
              <a:rPr lang="en-US" dirty="0"/>
              <a:t>(800,600)</a:t>
            </a:r>
          </a:p>
          <a:p>
            <a:pPr marL="0" indent="0">
              <a:buNone/>
            </a:pPr>
            <a:r>
              <a:rPr lang="en-US" dirty="0"/>
              <a:t>Render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screen.fill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object.draw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Timing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clock.tick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3141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0120-D0E9-266B-8A10-32F2BBE1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84CE0-91F2-3C78-0D0C-DF7EC975B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Code -&gt; </a:t>
            </a:r>
          </a:p>
          <a:p>
            <a:pPr marL="0" indent="0">
              <a:buNone/>
            </a:pPr>
            <a:r>
              <a:rPr lang="en-US" dirty="0"/>
              <a:t>Empty Window -&gt;</a:t>
            </a:r>
          </a:p>
          <a:p>
            <a:pPr marL="0" indent="0">
              <a:buNone/>
            </a:pPr>
            <a:r>
              <a:rPr lang="en-US" dirty="0"/>
              <a:t>Single Pixel -&gt;</a:t>
            </a:r>
          </a:p>
          <a:p>
            <a:pPr marL="0" indent="0">
              <a:buNone/>
            </a:pPr>
            <a:r>
              <a:rPr lang="en-US" dirty="0"/>
              <a:t>Moving Pixel -&gt; </a:t>
            </a:r>
          </a:p>
          <a:p>
            <a:pPr marL="0" indent="0">
              <a:buNone/>
            </a:pPr>
            <a:r>
              <a:rPr lang="en-US" dirty="0"/>
              <a:t>Grid movement -&gt;</a:t>
            </a:r>
          </a:p>
          <a:p>
            <a:pPr marL="0" indent="0">
              <a:buNone/>
            </a:pPr>
            <a:r>
              <a:rPr lang="en-US" dirty="0"/>
              <a:t>Walls -&gt;</a:t>
            </a:r>
          </a:p>
          <a:p>
            <a:pPr marL="0" indent="0">
              <a:buNone/>
            </a:pPr>
            <a:r>
              <a:rPr lang="en-US" dirty="0"/>
              <a:t>Fruit -&gt; </a:t>
            </a:r>
          </a:p>
          <a:p>
            <a:pPr marL="0" indent="0">
              <a:buNone/>
            </a:pPr>
            <a:r>
              <a:rPr lang="en-US" dirty="0"/>
              <a:t>Collision -&gt;</a:t>
            </a:r>
          </a:p>
          <a:p>
            <a:pPr marL="0" indent="0">
              <a:buNone/>
            </a:pPr>
            <a:r>
              <a:rPr lang="en-US" dirty="0"/>
              <a:t>High Score -&gt; </a:t>
            </a:r>
          </a:p>
          <a:p>
            <a:pPr marL="0" indent="0">
              <a:buNone/>
            </a:pPr>
            <a:r>
              <a:rPr lang="en-US" dirty="0"/>
              <a:t>Game Over -&gt;</a:t>
            </a:r>
          </a:p>
          <a:p>
            <a:pPr marL="0" indent="0">
              <a:buNone/>
            </a:pPr>
            <a:r>
              <a:rPr lang="en-US" dirty="0"/>
              <a:t>Music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feature builds on top of the features before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6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06B1-AC3B-F0A2-E1AD-B5EEEF54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Complexity using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DC6E3-BFAF-98D4-03DB-7E019ABF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GameObject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		|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|					|	   	                	                    |</a:t>
            </a:r>
          </a:p>
          <a:p>
            <a:pPr marL="0" indent="0">
              <a:buNone/>
            </a:pPr>
            <a:r>
              <a:rPr lang="en-US" dirty="0"/>
              <a:t>Fruit					Wall					Snake Segment</a:t>
            </a:r>
            <a:br>
              <a:rPr lang="en-US" dirty="0"/>
            </a:br>
            <a:r>
              <a:rPr lang="en-US" dirty="0"/>
              <a:t>										|</a:t>
            </a:r>
            <a:br>
              <a:rPr lang="en-US" dirty="0"/>
            </a:br>
            <a:r>
              <a:rPr lang="en-US" dirty="0" err="1"/>
              <a:t>GameObject</a:t>
            </a:r>
            <a:r>
              <a:rPr lang="en-US" dirty="0"/>
              <a:t> :								Snake</a:t>
            </a:r>
            <a:br>
              <a:rPr lang="en-US" dirty="0"/>
            </a:br>
            <a:r>
              <a:rPr lang="en-US" dirty="0"/>
              <a:t>Position, size, color, draw()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Snake:</a:t>
            </a:r>
          </a:p>
          <a:p>
            <a:pPr marL="0" indent="0">
              <a:buNone/>
            </a:pPr>
            <a:r>
              <a:rPr lang="en-US" dirty="0"/>
              <a:t>Movement, Collision, Body Management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Fruit, wall, and </a:t>
            </a:r>
            <a:r>
              <a:rPr lang="en-US" dirty="0" err="1"/>
              <a:t>SnakeSegment</a:t>
            </a:r>
            <a:r>
              <a:rPr lang="en-US" dirty="0"/>
              <a:t> all inherit from </a:t>
            </a:r>
            <a:r>
              <a:rPr lang="en-US" dirty="0" err="1"/>
              <a:t>GameObject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Snake uses composition to manage </a:t>
            </a:r>
            <a:r>
              <a:rPr lang="en-US"/>
              <a:t>a collection of </a:t>
            </a:r>
            <a:r>
              <a:rPr lang="en-US" dirty="0" err="1"/>
              <a:t>SnakeSegments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8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238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The main lesson</vt:lpstr>
      <vt:lpstr>The first two stages of development</vt:lpstr>
      <vt:lpstr>At its basic level, A game is a loop. While running:  events  update  render  display</vt:lpstr>
      <vt:lpstr>Feature Development</vt:lpstr>
      <vt:lpstr>Organizing Complexity using 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Jemma Little</dc:creator>
  <cp:lastModifiedBy>Jemma Little</cp:lastModifiedBy>
  <cp:revision>1</cp:revision>
  <dcterms:created xsi:type="dcterms:W3CDTF">2026-08-02T18:00:22Z</dcterms:created>
  <dcterms:modified xsi:type="dcterms:W3CDTF">2026-08-03T03:18:32Z</dcterms:modified>
</cp:coreProperties>
</file>