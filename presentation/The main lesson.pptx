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7A49E53-D16F-4F7F-84C0-A9B5FA19F733}" v="6" dt="2026-08-03T03:14:35.68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6" d="100"/>
          <a:sy n="76" d="100"/>
        </p:scale>
        <p:origin x="62" y="1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emma Little" userId="6e23c02541cfb0bd" providerId="LiveId" clId="{B71C111D-398C-466F-BDD7-B627A9C0CF12}"/>
    <pc:docChg chg="undo custSel delSld modSld">
      <pc:chgData name="Jemma Little" userId="6e23c02541cfb0bd" providerId="LiveId" clId="{B71C111D-398C-466F-BDD7-B627A9C0CF12}" dt="2026-08-03T21:22:01.506" v="4189" actId="1036"/>
      <pc:docMkLst>
        <pc:docMk/>
      </pc:docMkLst>
      <pc:sldChg chg="modSp mod">
        <pc:chgData name="Jemma Little" userId="6e23c02541cfb0bd" providerId="LiveId" clId="{B71C111D-398C-466F-BDD7-B627A9C0CF12}" dt="2026-08-03T02:59:07.444" v="1465" actId="20577"/>
        <pc:sldMkLst>
          <pc:docMk/>
          <pc:sldMk cId="2093612931" sldId="256"/>
        </pc:sldMkLst>
        <pc:spChg chg="mod">
          <ac:chgData name="Jemma Little" userId="6e23c02541cfb0bd" providerId="LiveId" clId="{B71C111D-398C-466F-BDD7-B627A9C0CF12}" dt="2026-08-03T02:59:07.444" v="1465" actId="20577"/>
          <ac:spMkLst>
            <pc:docMk/>
            <pc:sldMk cId="2093612931" sldId="256"/>
            <ac:spMk id="3" creationId="{B421D6FD-6C33-02A0-DE53-1E186D4E6ACE}"/>
          </ac:spMkLst>
        </pc:spChg>
      </pc:sldChg>
      <pc:sldChg chg="addSp modSp mod">
        <pc:chgData name="Jemma Little" userId="6e23c02541cfb0bd" providerId="LiveId" clId="{B71C111D-398C-466F-BDD7-B627A9C0CF12}" dt="2026-08-03T21:19:32.310" v="4174" actId="1076"/>
        <pc:sldMkLst>
          <pc:docMk/>
          <pc:sldMk cId="1731413787" sldId="258"/>
        </pc:sldMkLst>
        <pc:spChg chg="mod">
          <ac:chgData name="Jemma Little" userId="6e23c02541cfb0bd" providerId="LiveId" clId="{B71C111D-398C-466F-BDD7-B627A9C0CF12}" dt="2026-08-03T03:02:28.618" v="1911" actId="1076"/>
          <ac:spMkLst>
            <pc:docMk/>
            <pc:sldMk cId="1731413787" sldId="258"/>
            <ac:spMk id="2" creationId="{195CEB75-F8EB-F261-A4CD-BAC0FF342F79}"/>
          </ac:spMkLst>
        </pc:spChg>
        <pc:spChg chg="mod">
          <ac:chgData name="Jemma Little" userId="6e23c02541cfb0bd" providerId="LiveId" clId="{B71C111D-398C-466F-BDD7-B627A9C0CF12}" dt="2026-08-03T03:03:27.335" v="1917" actId="1076"/>
          <ac:spMkLst>
            <pc:docMk/>
            <pc:sldMk cId="1731413787" sldId="258"/>
            <ac:spMk id="3" creationId="{2BBEFCDB-5DAE-4281-F2EA-B4D3691037CF}"/>
          </ac:spMkLst>
        </pc:spChg>
        <pc:picChg chg="add mod">
          <ac:chgData name="Jemma Little" userId="6e23c02541cfb0bd" providerId="LiveId" clId="{B71C111D-398C-466F-BDD7-B627A9C0CF12}" dt="2026-08-03T21:19:32.310" v="4174" actId="1076"/>
          <ac:picMkLst>
            <pc:docMk/>
            <pc:sldMk cId="1731413787" sldId="258"/>
            <ac:picMk id="5" creationId="{556C57C0-11D9-DC98-B330-EFC97F5CD9C2}"/>
          </ac:picMkLst>
        </pc:picChg>
      </pc:sldChg>
      <pc:sldChg chg="addSp delSp modSp mod">
        <pc:chgData name="Jemma Little" userId="6e23c02541cfb0bd" providerId="LiveId" clId="{B71C111D-398C-466F-BDD7-B627A9C0CF12}" dt="2026-08-03T21:22:01.506" v="4189" actId="1036"/>
        <pc:sldMkLst>
          <pc:docMk/>
          <pc:sldMk cId="3320564778" sldId="259"/>
        </pc:sldMkLst>
        <pc:spChg chg="mod">
          <ac:chgData name="Jemma Little" userId="6e23c02541cfb0bd" providerId="LiveId" clId="{B71C111D-398C-466F-BDD7-B627A9C0CF12}" dt="2026-08-03T03:03:55.639" v="1940" actId="20577"/>
          <ac:spMkLst>
            <pc:docMk/>
            <pc:sldMk cId="3320564778" sldId="259"/>
            <ac:spMk id="2" creationId="{58150120-D0E9-266B-8A10-32F2BBE100D7}"/>
          </ac:spMkLst>
        </pc:spChg>
        <pc:spChg chg="mod">
          <ac:chgData name="Jemma Little" userId="6e23c02541cfb0bd" providerId="LiveId" clId="{B71C111D-398C-466F-BDD7-B627A9C0CF12}" dt="2026-08-03T03:14:06.333" v="3503" actId="20577"/>
          <ac:spMkLst>
            <pc:docMk/>
            <pc:sldMk cId="3320564778" sldId="259"/>
            <ac:spMk id="3" creationId="{89684CE0-91F2-3C78-0D0C-DF7EC975BC36}"/>
          </ac:spMkLst>
        </pc:spChg>
        <pc:picChg chg="add del mod">
          <ac:chgData name="Jemma Little" userId="6e23c02541cfb0bd" providerId="LiveId" clId="{B71C111D-398C-466F-BDD7-B627A9C0CF12}" dt="2026-08-03T21:20:44.176" v="4178" actId="478"/>
          <ac:picMkLst>
            <pc:docMk/>
            <pc:sldMk cId="3320564778" sldId="259"/>
            <ac:picMk id="5" creationId="{9595417C-F4E3-2922-9BA5-1A28211E08E5}"/>
          </ac:picMkLst>
        </pc:picChg>
        <pc:picChg chg="add mod">
          <ac:chgData name="Jemma Little" userId="6e23c02541cfb0bd" providerId="LiveId" clId="{B71C111D-398C-466F-BDD7-B627A9C0CF12}" dt="2026-08-03T21:21:20.985" v="4180" actId="1076"/>
          <ac:picMkLst>
            <pc:docMk/>
            <pc:sldMk cId="3320564778" sldId="259"/>
            <ac:picMk id="7" creationId="{C0B1EBFB-3402-DF1C-19CE-6728BC79A800}"/>
          </ac:picMkLst>
        </pc:picChg>
        <pc:picChg chg="add mod">
          <ac:chgData name="Jemma Little" userId="6e23c02541cfb0bd" providerId="LiveId" clId="{B71C111D-398C-466F-BDD7-B627A9C0CF12}" dt="2026-08-03T21:21:33.115" v="4182" actId="1076"/>
          <ac:picMkLst>
            <pc:docMk/>
            <pc:sldMk cId="3320564778" sldId="259"/>
            <ac:picMk id="9" creationId="{937C358A-190B-0D99-B173-8310536DBC55}"/>
          </ac:picMkLst>
        </pc:picChg>
        <pc:picChg chg="add del mod">
          <ac:chgData name="Jemma Little" userId="6e23c02541cfb0bd" providerId="LiveId" clId="{B71C111D-398C-466F-BDD7-B627A9C0CF12}" dt="2026-08-03T21:21:49.264" v="4185" actId="478"/>
          <ac:picMkLst>
            <pc:docMk/>
            <pc:sldMk cId="3320564778" sldId="259"/>
            <ac:picMk id="11" creationId="{87FE879C-B037-EBD3-DFA2-932C783F5B1B}"/>
          </ac:picMkLst>
        </pc:picChg>
        <pc:picChg chg="add mod">
          <ac:chgData name="Jemma Little" userId="6e23c02541cfb0bd" providerId="LiveId" clId="{B71C111D-398C-466F-BDD7-B627A9C0CF12}" dt="2026-08-03T21:22:01.506" v="4189" actId="1036"/>
          <ac:picMkLst>
            <pc:docMk/>
            <pc:sldMk cId="3320564778" sldId="259"/>
            <ac:picMk id="13" creationId="{8092A3B9-4F82-28CF-76C8-55354A1C77EF}"/>
          </ac:picMkLst>
        </pc:picChg>
      </pc:sldChg>
      <pc:sldChg chg="modSp del mod">
        <pc:chgData name="Jemma Little" userId="6e23c02541cfb0bd" providerId="LiveId" clId="{B71C111D-398C-466F-BDD7-B627A9C0CF12}" dt="2026-08-03T02:55:51.742" v="1457" actId="2696"/>
        <pc:sldMkLst>
          <pc:docMk/>
          <pc:sldMk cId="1546502522" sldId="260"/>
        </pc:sldMkLst>
        <pc:spChg chg="mod">
          <ac:chgData name="Jemma Little" userId="6e23c02541cfb0bd" providerId="LiveId" clId="{B71C111D-398C-466F-BDD7-B627A9C0CF12}" dt="2026-08-03T01:16:34.109" v="651" actId="20577"/>
          <ac:spMkLst>
            <pc:docMk/>
            <pc:sldMk cId="1546502522" sldId="260"/>
            <ac:spMk id="3" creationId="{69E4F5C1-B1A8-18F2-DBCE-D6384DD1953E}"/>
          </ac:spMkLst>
        </pc:spChg>
      </pc:sldChg>
      <pc:sldChg chg="modSp mod">
        <pc:chgData name="Jemma Little" userId="6e23c02541cfb0bd" providerId="LiveId" clId="{B71C111D-398C-466F-BDD7-B627A9C0CF12}" dt="2026-08-03T03:47:20.469" v="4172" actId="20577"/>
        <pc:sldMkLst>
          <pc:docMk/>
          <pc:sldMk cId="512381374" sldId="261"/>
        </pc:sldMkLst>
        <pc:spChg chg="mod">
          <ac:chgData name="Jemma Little" userId="6e23c02541cfb0bd" providerId="LiveId" clId="{B71C111D-398C-466F-BDD7-B627A9C0CF12}" dt="2026-08-03T03:14:31.750" v="3542" actId="20577"/>
          <ac:spMkLst>
            <pc:docMk/>
            <pc:sldMk cId="512381374" sldId="261"/>
            <ac:spMk id="2" creationId="{31F006B1-AC3B-F0A2-E1AD-B5EEEF54D106}"/>
          </ac:spMkLst>
        </pc:spChg>
        <pc:spChg chg="mod">
          <ac:chgData name="Jemma Little" userId="6e23c02541cfb0bd" providerId="LiveId" clId="{B71C111D-398C-466F-BDD7-B627A9C0CF12}" dt="2026-08-03T03:47:20.469" v="4172" actId="20577"/>
          <ac:spMkLst>
            <pc:docMk/>
            <pc:sldMk cId="512381374" sldId="261"/>
            <ac:spMk id="3" creationId="{9DCDC6E3-BFAF-98D4-03DB-7E019ABF4389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BA40D8-6272-15D0-3A1F-E5FA63D2EF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F20D03-B47E-3BD6-967B-F26C3D2BEC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62DB55-ED73-E32C-97E7-B77BA2E8D9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2F845C-7F05-4F68-9CFE-E37358E7B32A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9132BF-69C3-9377-6D96-32E6FD1853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24AD7A-DEEA-5361-8648-1BF318A4B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A534AD-4763-487E-9646-3777E94FCC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21880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20DF22-361E-EF97-9834-A0AF315223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DEE949-8F63-5888-6592-681D59A902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372A87-F10D-3C49-C786-7E50E2A00A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2F845C-7F05-4F68-9CFE-E37358E7B32A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AE2679-D6C7-7D8B-42BD-08297508AC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5DAB47-1468-D391-A33C-B5A4D87095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A534AD-4763-487E-9646-3777E94FCC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68038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60AC8C-44BE-18EF-38EC-65A3C2B7EA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23871E-31F3-9E70-4BF6-D7F17EAFEC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A8E9D0-D6D5-D241-0226-5DF39F4459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2F845C-7F05-4F68-9CFE-E37358E7B32A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416574-4202-8120-8616-287656D0CD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60A738-FB78-2C28-C15B-470B408C3E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A534AD-4763-487E-9646-3777E94FCC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67417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E2B2A-FAA0-FFB3-9212-F212B703BA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59288D-5887-84FB-873C-EA31028ACD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0C3E965-123A-60D5-6967-D35CAD6DFF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6C3C7A6-E2B4-91B3-5103-6108C7171F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2F845C-7F05-4F68-9CFE-E37358E7B32A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2D04A6-BE41-EA23-252B-0A229DA11F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7333672-42EA-2192-044E-487A1878E7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A534AD-4763-487E-9646-3777E94FCC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26088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A1D74F-3E76-CF65-D4AB-992F6A36FC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2A5E1C-2708-B711-F950-CEF4A16DC5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CA7219-B681-5B31-305E-162345E7F2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C319BF-1A59-15D2-658D-39E6D189F6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89050DE-4367-76B6-EF45-DC4FA507EDE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5E3C552-57A1-9B93-8152-D7CE69C253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2F845C-7F05-4F68-9CFE-E37358E7B32A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7340A6B-6F26-72E9-9129-42C693DEF3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89DCDE7-65D8-2F25-BF60-D7327FD697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A534AD-4763-487E-9646-3777E94FCC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86286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8D18D9-C1B2-A87F-9DC2-6FDAA08668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79ED2A1-4ACA-03F4-5C0D-9F421C2ECF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2F845C-7F05-4F68-9CFE-E37358E7B32A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401DAF-E411-C631-2451-4C6EABF75A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C82894-27D6-2527-8B52-4F840CEE28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A534AD-4763-487E-9646-3777E94FCC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7162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87B0FF4-F6F9-013B-740F-5C8B1F1FC5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2F845C-7F05-4F68-9CFE-E37358E7B32A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C43BCF8-C954-F319-FCCB-7CA89F6652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88BFC2-28A0-3265-9E0F-5644F19D0F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A534AD-4763-487E-9646-3777E94FCC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67292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92E995-111C-C669-ABCB-EFB036F948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BF3224-24E6-720B-A87C-FA258DF396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760D16-BD23-61E1-32C1-DFE607FCFA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2E8F0B-A267-278F-1C5F-B2753F47CD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2F845C-7F05-4F68-9CFE-E37358E7B32A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36CA26-1F3E-6B17-C26E-D292F00639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A1C11D-F6EF-67D7-F46A-7360C111D2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A534AD-4763-487E-9646-3777E94FCC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20944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82D7D3-4B5F-6F72-D84C-E83FF52D84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E9E8270-0124-F340-049B-1052EF696FE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FD76F3F-7DC1-E33A-0B03-64A54329F2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16EEED7-C8BC-3DFF-1CEB-F1360EB0D7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2F845C-7F05-4F68-9CFE-E37358E7B32A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11244E-7FF9-9A0C-75F6-DE9BB8822B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09A83D-263C-59B9-107E-D1A5065FDA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A534AD-4763-487E-9646-3777E94FCC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13430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D82E10-90EB-81EB-A0FF-D71123A82E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176577F-7D6C-0BC3-4350-032A6FB8CC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C46395-FF5D-72E6-6187-6720147602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2F845C-7F05-4F68-9CFE-E37358E7B32A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60659-863E-979D-0D56-60D8A9A07A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79F458-1FBF-5D70-B9B1-335DC6C794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A534AD-4763-487E-9646-3777E94FCC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47873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27B05DB-B53A-2F60-7B4D-53A552ACDFF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722406F-A702-A163-D619-C674CD4471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FE12D3-E288-CA4C-535B-D9CE98FDE6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2F845C-7F05-4F68-9CFE-E37358E7B32A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C67DD3-1646-DDF8-E3CF-1F510AA5BA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6C06D0-4811-22B1-EF4E-77071D3758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A534AD-4763-487E-9646-3777E94FCC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2384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05D17FB-FAFD-58F5-895B-864956FC8C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C496A0-9C59-EBC0-967E-0F2A340E75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8957BD-E1B0-42C7-AC2F-59928E613F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C2F845C-7F05-4F68-9CFE-E37358E7B32A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F27862-7FBE-7A55-B661-71A208238A9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C58613-076E-F14E-873F-6A02E71DAD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A534AD-4763-487E-9646-3777E94FCC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37625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805D4-206A-4D5D-F250-D51436357E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02658" y="257124"/>
            <a:ext cx="9144000" cy="2387600"/>
          </a:xfrm>
        </p:spPr>
        <p:txBody>
          <a:bodyPr/>
          <a:lstStyle/>
          <a:p>
            <a:r>
              <a:rPr lang="en-US" dirty="0"/>
              <a:t>The main lesson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21D6FD-6C33-02A0-DE53-1E186D4E6AC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Frequent commits allowed experimentation without fear of breaking the project.</a:t>
            </a:r>
          </a:p>
        </p:txBody>
      </p:sp>
    </p:spTree>
    <p:extLst>
      <p:ext uri="{BB962C8B-B14F-4D97-AF65-F5344CB8AC3E}">
        <p14:creationId xmlns:p14="http://schemas.microsoft.com/office/powerpoint/2010/main" val="20936129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8E148B-3EC5-93A8-79D5-EFF7D31B8F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first two stages of development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FA336E8-155B-B09E-0A8D-846BA3DCC5B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217237"/>
            <a:ext cx="10515600" cy="3568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75319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5CEB75-F8EB-F261-A4CD-BAC0FF342F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8936" y="286467"/>
            <a:ext cx="10515600" cy="3253146"/>
          </a:xfrm>
        </p:spPr>
        <p:txBody>
          <a:bodyPr>
            <a:normAutofit fontScale="90000"/>
          </a:bodyPr>
          <a:lstStyle/>
          <a:p>
            <a:r>
              <a:rPr lang="en-US" dirty="0"/>
              <a:t>At its basic level, A game is a loop.</a:t>
            </a:r>
            <a:br>
              <a:rPr lang="en-US" dirty="0"/>
            </a:br>
            <a:r>
              <a:rPr lang="en-US" dirty="0"/>
              <a:t>While running:</a:t>
            </a:r>
            <a:br>
              <a:rPr lang="en-US" dirty="0"/>
            </a:br>
            <a:r>
              <a:rPr lang="en-US" dirty="0"/>
              <a:t>	events</a:t>
            </a:r>
            <a:br>
              <a:rPr lang="en-US" dirty="0"/>
            </a:br>
            <a:r>
              <a:rPr lang="en-US" dirty="0"/>
              <a:t>	update</a:t>
            </a:r>
            <a:br>
              <a:rPr lang="en-US" dirty="0"/>
            </a:br>
            <a:r>
              <a:rPr lang="en-US" dirty="0"/>
              <a:t>	render</a:t>
            </a:r>
            <a:br>
              <a:rPr lang="en-US" dirty="0"/>
            </a:br>
            <a:r>
              <a:rPr lang="en-US" dirty="0"/>
              <a:t>	display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BEFCDB-5DAE-4281-F2EA-B4D3691037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03236" y="2506662"/>
            <a:ext cx="12339484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Initialize </a:t>
            </a:r>
            <a:br>
              <a:rPr lang="en-US" dirty="0"/>
            </a:br>
            <a:r>
              <a:rPr lang="en-US" dirty="0"/>
              <a:t>	</a:t>
            </a:r>
            <a:r>
              <a:rPr lang="en-US" dirty="0" err="1"/>
              <a:t>pygame.init</a:t>
            </a:r>
            <a:r>
              <a:rPr lang="en-US" dirty="0"/>
              <a:t>()</a:t>
            </a:r>
          </a:p>
          <a:p>
            <a:pPr marL="0" indent="0">
              <a:buNone/>
            </a:pPr>
            <a:r>
              <a:rPr lang="en-US" dirty="0"/>
              <a:t>	Screen = </a:t>
            </a:r>
            <a:r>
              <a:rPr lang="en-US" dirty="0" err="1"/>
              <a:t>pygame.display.set_mode</a:t>
            </a:r>
            <a:r>
              <a:rPr lang="en-US" dirty="0"/>
              <a:t>(800,600)</a:t>
            </a:r>
          </a:p>
          <a:p>
            <a:pPr marL="0" indent="0">
              <a:buNone/>
            </a:pPr>
            <a:r>
              <a:rPr lang="en-US" dirty="0"/>
              <a:t>Render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err="1"/>
              <a:t>screen.fill</a:t>
            </a:r>
            <a:r>
              <a:rPr lang="en-US" dirty="0"/>
              <a:t>()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err="1"/>
              <a:t>object.draw</a:t>
            </a:r>
            <a:r>
              <a:rPr lang="en-US" dirty="0"/>
              <a:t>()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err="1"/>
              <a:t>pygame.display.flip</a:t>
            </a:r>
            <a:r>
              <a:rPr lang="en-US" dirty="0"/>
              <a:t>()</a:t>
            </a:r>
          </a:p>
          <a:p>
            <a:pPr marL="0" indent="0">
              <a:buNone/>
            </a:pPr>
            <a:r>
              <a:rPr lang="en-US" dirty="0"/>
              <a:t>Timing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err="1"/>
              <a:t>clock.tick</a:t>
            </a:r>
            <a:r>
              <a:rPr lang="en-US" dirty="0"/>
              <a:t>()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56C57C0-11D9-DC98-B330-EFC97F5CD9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4" y="4046758"/>
            <a:ext cx="2796782" cy="2080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14137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150120-D0E9-266B-8A10-32F2BBE100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 Development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84CE0-91F2-3C78-0D0C-DF7EC975BC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dirty="0"/>
              <a:t>Code -&gt; </a:t>
            </a:r>
          </a:p>
          <a:p>
            <a:pPr marL="0" indent="0">
              <a:buNone/>
            </a:pPr>
            <a:r>
              <a:rPr lang="en-US" dirty="0"/>
              <a:t>Empty Window -&gt;</a:t>
            </a:r>
          </a:p>
          <a:p>
            <a:pPr marL="0" indent="0">
              <a:buNone/>
            </a:pPr>
            <a:r>
              <a:rPr lang="en-US" dirty="0"/>
              <a:t>Single Pixel -&gt;</a:t>
            </a:r>
          </a:p>
          <a:p>
            <a:pPr marL="0" indent="0">
              <a:buNone/>
            </a:pPr>
            <a:r>
              <a:rPr lang="en-US" dirty="0"/>
              <a:t>Moving Pixel -&gt; </a:t>
            </a:r>
          </a:p>
          <a:p>
            <a:pPr marL="0" indent="0">
              <a:buNone/>
            </a:pPr>
            <a:r>
              <a:rPr lang="en-US" dirty="0"/>
              <a:t>Grid movement -&gt;</a:t>
            </a:r>
          </a:p>
          <a:p>
            <a:pPr marL="0" indent="0">
              <a:buNone/>
            </a:pPr>
            <a:r>
              <a:rPr lang="en-US" dirty="0"/>
              <a:t>Walls -&gt;</a:t>
            </a:r>
          </a:p>
          <a:p>
            <a:pPr marL="0" indent="0">
              <a:buNone/>
            </a:pPr>
            <a:r>
              <a:rPr lang="en-US" dirty="0"/>
              <a:t>Fruit -&gt; </a:t>
            </a:r>
          </a:p>
          <a:p>
            <a:pPr marL="0" indent="0">
              <a:buNone/>
            </a:pPr>
            <a:r>
              <a:rPr lang="en-US" dirty="0"/>
              <a:t>Collision -&gt;</a:t>
            </a:r>
          </a:p>
          <a:p>
            <a:pPr marL="0" indent="0">
              <a:buNone/>
            </a:pPr>
            <a:r>
              <a:rPr lang="en-US" dirty="0"/>
              <a:t>High Score -&gt; </a:t>
            </a:r>
          </a:p>
          <a:p>
            <a:pPr marL="0" indent="0">
              <a:buNone/>
            </a:pPr>
            <a:r>
              <a:rPr lang="en-US" dirty="0"/>
              <a:t>Game Over -&gt;</a:t>
            </a:r>
          </a:p>
          <a:p>
            <a:pPr marL="0" indent="0">
              <a:buNone/>
            </a:pPr>
            <a:r>
              <a:rPr lang="en-US" dirty="0"/>
              <a:t>Music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Each feature builds on top of the features before it.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0B1EBFB-3402-DF1C-19CE-6728BC79A8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5153" y="1365372"/>
            <a:ext cx="7239627" cy="190516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37C358A-190B-0D99-B173-8310536DBC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4484" y="3587464"/>
            <a:ext cx="3368332" cy="131837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092A3B9-4F82-28CF-76C8-55354A1C77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07229" y="3525923"/>
            <a:ext cx="4046571" cy="2415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05647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F006B1-AC3B-F0A2-E1AD-B5EEEF54D1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Organizing Complexity using OOP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CDC6E3-BFAF-98D4-03DB-7E019ABF43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25625"/>
            <a:ext cx="12192000" cy="4351338"/>
          </a:xfrm>
        </p:spPr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US" dirty="0"/>
              <a:t>				</a:t>
            </a:r>
            <a:r>
              <a:rPr lang="en-US" dirty="0" err="1"/>
              <a:t>GameObject</a:t>
            </a:r>
            <a:r>
              <a:rPr lang="en-US" dirty="0"/>
              <a:t> </a:t>
            </a:r>
          </a:p>
          <a:p>
            <a:pPr marL="0" indent="0">
              <a:buNone/>
            </a:pPr>
            <a:r>
              <a:rPr lang="en-US" dirty="0"/>
              <a:t>					|</a:t>
            </a:r>
          </a:p>
          <a:p>
            <a:pPr marL="0" indent="0">
              <a:buNone/>
            </a:pPr>
            <a:r>
              <a:rPr lang="en-US"/>
              <a:t>--------------------------------------------------------------------------------------------------------------------------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|					|	   	                	                    |</a:t>
            </a:r>
          </a:p>
          <a:p>
            <a:pPr marL="0" indent="0">
              <a:buNone/>
            </a:pPr>
            <a:r>
              <a:rPr lang="en-US" dirty="0"/>
              <a:t>Fruit					Wall				Snake Segment</a:t>
            </a:r>
            <a:br>
              <a:rPr lang="en-US" dirty="0"/>
            </a:br>
            <a:r>
              <a:rPr lang="en-US" dirty="0"/>
              <a:t>										|</a:t>
            </a:r>
            <a:br>
              <a:rPr lang="en-US" dirty="0"/>
            </a:br>
            <a:r>
              <a:rPr lang="en-US" dirty="0"/>
              <a:t>										Snake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 err="1"/>
              <a:t>GameObject</a:t>
            </a:r>
            <a:r>
              <a:rPr lang="en-US" dirty="0"/>
              <a:t> :								</a:t>
            </a:r>
            <a:br>
              <a:rPr lang="en-US" dirty="0"/>
            </a:br>
            <a:r>
              <a:rPr lang="en-US" dirty="0"/>
              <a:t>Position, size, color, draw()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Snake:</a:t>
            </a:r>
          </a:p>
          <a:p>
            <a:pPr marL="0" indent="0">
              <a:buNone/>
            </a:pPr>
            <a:r>
              <a:rPr lang="en-US" dirty="0"/>
              <a:t>Movement, Collision, Body Management</a:t>
            </a:r>
            <a:br>
              <a:rPr lang="en-US" dirty="0"/>
            </a:br>
            <a:br>
              <a:rPr lang="en-US" dirty="0"/>
            </a:br>
            <a:r>
              <a:rPr lang="en-US" dirty="0"/>
              <a:t>Fruit, wall, and </a:t>
            </a:r>
            <a:r>
              <a:rPr lang="en-US" dirty="0" err="1"/>
              <a:t>SnakeSegment</a:t>
            </a:r>
            <a:r>
              <a:rPr lang="en-US" dirty="0"/>
              <a:t> all inherit from </a:t>
            </a:r>
            <a:r>
              <a:rPr lang="en-US" dirty="0" err="1"/>
              <a:t>GameObject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Snake uses composition to manage a collection of </a:t>
            </a:r>
            <a:r>
              <a:rPr lang="en-US" dirty="0" err="1"/>
              <a:t>SnakeSegments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23813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212</TotalTime>
  <Words>247</Words>
  <Application>Microsoft Office PowerPoint</Application>
  <PresentationFormat>Widescreen</PresentationFormat>
  <Paragraphs>38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The main lesson</vt:lpstr>
      <vt:lpstr>The first two stages of development</vt:lpstr>
      <vt:lpstr>At its basic level, A game is a loop. While running:  events  update  render  display</vt:lpstr>
      <vt:lpstr>Feature Development</vt:lpstr>
      <vt:lpstr>Organizing Complexity using OOP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Jemma Little</dc:creator>
  <cp:lastModifiedBy>Jemma Little</cp:lastModifiedBy>
  <cp:revision>1</cp:revision>
  <dcterms:created xsi:type="dcterms:W3CDTF">2026-08-02T18:00:22Z</dcterms:created>
  <dcterms:modified xsi:type="dcterms:W3CDTF">2026-08-03T21:22:04Z</dcterms:modified>
</cp:coreProperties>
</file>