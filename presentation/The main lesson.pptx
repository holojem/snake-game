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A40D8-6272-15D0-3A1F-E5FA63D2EF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20D03-B47E-3BD6-967B-F26C3D2BE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2DB55-ED73-E32C-97E7-B77BA2E8D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132BF-69C3-9377-6D96-32E6FD18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4AD7A-DEEA-5361-8648-1BF318A4B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1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0DF22-361E-EF97-9834-A0AF31522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EE949-8F63-5888-6592-681D59A90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72A87-F10D-3C49-C786-7E50E2A0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E2679-D6C7-7D8B-42BD-08297508A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5DAB47-1468-D391-A33C-B5A4D8709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3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0AC8C-44BE-18EF-38EC-65A3C2B7E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3871E-31F3-9E70-4BF6-D7F17EAFE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8E9D0-D6D5-D241-0226-5DF39F445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16574-4202-8120-8616-287656D0C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0A738-FB78-2C28-C15B-470B408C3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41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E2B2A-FAA0-FFB3-9212-F212B703B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9288D-5887-84FB-873C-EA31028AC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C3E965-123A-60D5-6967-D35CAD6DF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C3C7A6-E2B4-91B3-5103-6108C7171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2D04A6-BE41-EA23-252B-0A229DA11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333672-42EA-2192-044E-487A1878E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6088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1D74F-3E76-CF65-D4AB-992F6A36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2A5E1C-2708-B711-F950-CEF4A16DC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A7219-B681-5B31-305E-162345E7F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C319BF-1A59-15D2-658D-39E6D189F6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9050DE-4367-76B6-EF45-DC4FA507ED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3C552-57A1-9B93-8152-D7CE69C25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340A6B-6F26-72E9-9129-42C693DEF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9DCDE7-65D8-2F25-BF60-D7327FD69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628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D18D9-C1B2-A87F-9DC2-6FDAA0866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ED2A1-4ACA-03F4-5C0D-9F421C2EC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01DAF-E411-C631-2451-4C6EABF75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82894-27D6-2527-8B52-4F840CEE2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162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7B0FF4-F6F9-013B-740F-5C8B1F1FC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43BCF8-C954-F319-FCCB-7CA89F665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8BFC2-28A0-3265-9E0F-5644F19D0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729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E995-111C-C669-ABCB-EFB036F94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F3224-24E6-720B-A87C-FA258DF39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760D16-BD23-61E1-32C1-DFE607FCF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2E8F0B-A267-278F-1C5F-B2753F47C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6CA26-1F3E-6B17-C26E-D292F0063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1C11D-F6EF-67D7-F46A-7360C111D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09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2D7D3-4B5F-6F72-D84C-E83FF52D8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9E8270-0124-F340-049B-1052EF696F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D76F3F-7DC1-E33A-0B03-64A54329F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EED7-C8BC-3DFF-1CEB-F1360EB0D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11244E-7FF9-9A0C-75F6-DE9BB8822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09A83D-263C-59B9-107E-D1A5065FD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4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82E10-90EB-81EB-A0FF-D71123A82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76577F-7D6C-0BC3-4350-032A6FB8CC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46395-FF5D-72E6-6187-672014760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60659-863E-979D-0D56-60D8A9A0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9F458-1FBF-5D70-B9B1-335DC6C7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787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B05DB-B53A-2F60-7B4D-53A552ACDF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22406F-A702-A163-D619-C674CD447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E12D3-E288-CA4C-535B-D9CE98FDE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C67DD3-1646-DDF8-E3CF-1F510AA5B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C06D0-4811-22B1-EF4E-77071D375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384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5D17FB-FAFD-58F5-895B-864956FC8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496A0-9C59-EBC0-967E-0F2A340E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957BD-E1B0-42C7-AC2F-59928E613F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2F845C-7F05-4F68-9CFE-E37358E7B32A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27862-7FBE-7A55-B661-71A208238A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C58613-076E-F14E-873F-6A02E71DAD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A534AD-4763-487E-9646-3777E94FC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762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05D4-206A-4D5D-F250-D51436357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658" y="257124"/>
            <a:ext cx="9144000" cy="2387600"/>
          </a:xfrm>
        </p:spPr>
        <p:txBody>
          <a:bodyPr/>
          <a:lstStyle/>
          <a:p>
            <a:r>
              <a:rPr lang="en-US" dirty="0"/>
              <a:t>The main lesson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D6FD-6C33-02A0-DE53-1E186D4E6A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Move quickly and make lots of commits.</a:t>
            </a:r>
          </a:p>
        </p:txBody>
      </p:sp>
    </p:spTree>
    <p:extLst>
      <p:ext uri="{BB962C8B-B14F-4D97-AF65-F5344CB8AC3E}">
        <p14:creationId xmlns:p14="http://schemas.microsoft.com/office/powerpoint/2010/main" val="209361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E148B-3EC5-93A8-79D5-EFF7D31B8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two stages of development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336E8-155B-B09E-0A8D-846BA3DCC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17237"/>
            <a:ext cx="10515600" cy="356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531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CEB75-F8EB-F261-A4CD-BAC0FF34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Most important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EFCDB-5DAE-4281-F2EA-B4D36910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819" y="1825625"/>
            <a:ext cx="11946194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/>
              <a:t>pygame.init</a:t>
            </a:r>
            <a:r>
              <a:rPr lang="en-US" dirty="0"/>
              <a:t>()   : start the game</a:t>
            </a:r>
          </a:p>
          <a:p>
            <a:pPr marL="0" indent="0">
              <a:buNone/>
            </a:pPr>
            <a:r>
              <a:rPr lang="en-US" dirty="0"/>
              <a:t>screen = </a:t>
            </a:r>
            <a:r>
              <a:rPr lang="en-US" dirty="0" err="1"/>
              <a:t>pygame.display.set_mode</a:t>
            </a:r>
            <a:r>
              <a:rPr lang="en-US" dirty="0"/>
              <a:t>((SCREEN_WIDTH, SCREEN_HEIGHT))   :: initialize the game base</a:t>
            </a:r>
          </a:p>
          <a:p>
            <a:pPr marL="0" indent="0">
              <a:buNone/>
            </a:pPr>
            <a:r>
              <a:rPr lang="en-US" dirty="0"/>
              <a:t>running = True  :: a Boolean flag for while loops</a:t>
            </a:r>
          </a:p>
          <a:p>
            <a:pPr marL="0" indent="0">
              <a:buNone/>
            </a:pPr>
            <a:r>
              <a:rPr lang="en-US" dirty="0" err="1"/>
              <a:t>screen.fill</a:t>
            </a:r>
            <a:r>
              <a:rPr lang="en-US" dirty="0"/>
              <a:t>((0,0,0)) :: fills the screen with the color (0,0,0) black.</a:t>
            </a:r>
          </a:p>
          <a:p>
            <a:pPr marL="0" indent="0">
              <a:buNone/>
            </a:pPr>
            <a:r>
              <a:rPr lang="en-US" dirty="0" err="1"/>
              <a:t>snake.draw</a:t>
            </a:r>
            <a:r>
              <a:rPr lang="en-US" dirty="0"/>
              <a:t>(screen) :: every class has their own draw function.</a:t>
            </a:r>
          </a:p>
          <a:p>
            <a:pPr marL="0" indent="0">
              <a:buNone/>
            </a:pPr>
            <a:r>
              <a:rPr lang="en-US" dirty="0" err="1"/>
              <a:t>pygame.display.flip</a:t>
            </a:r>
            <a:r>
              <a:rPr lang="en-US" dirty="0"/>
              <a:t>() :: this takes your display data and puts it on the screen</a:t>
            </a:r>
          </a:p>
          <a:p>
            <a:pPr marL="0" indent="0">
              <a:buNone/>
            </a:pPr>
            <a:r>
              <a:rPr lang="en-US" dirty="0" err="1"/>
              <a:t>clock.tick</a:t>
            </a:r>
            <a:r>
              <a:rPr lang="en-US" dirty="0"/>
              <a:t>(60) :: makes it 60 fps. </a:t>
            </a:r>
          </a:p>
          <a:p>
            <a:pPr marL="0" indent="0">
              <a:buNone/>
            </a:pPr>
            <a:r>
              <a:rPr lang="en-US" dirty="0"/>
              <a:t>While running:</a:t>
            </a:r>
            <a:br>
              <a:rPr lang="en-US" dirty="0"/>
            </a:br>
            <a:r>
              <a:rPr lang="en-US" dirty="0"/>
              <a:t>	update -&gt; draw -&gt; repeat</a:t>
            </a:r>
            <a:br>
              <a:rPr lang="en-US" dirty="0"/>
            </a:br>
            <a:r>
              <a:rPr lang="en-US" dirty="0"/>
              <a:t>close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41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50120-D0E9-266B-8A10-32F2BBE10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movement, anyways?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84CE0-91F2-3C78-0D0C-DF7EC975B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Collision detection was a big hurdle. </a:t>
            </a:r>
          </a:p>
          <a:p>
            <a:pPr marL="0" indent="0">
              <a:buNone/>
            </a:pPr>
            <a:r>
              <a:rPr lang="en-US" dirty="0"/>
              <a:t>Originally the snake ‘moved’ one pixel per second, smoothly.</a:t>
            </a:r>
            <a:br>
              <a:rPr lang="en-US" dirty="0"/>
            </a:br>
            <a:r>
              <a:rPr lang="en-US" dirty="0"/>
              <a:t>“smooth movement” introduced too many problems.</a:t>
            </a:r>
            <a:br>
              <a:rPr lang="en-US" dirty="0"/>
            </a:br>
            <a:r>
              <a:rPr lang="en-US" dirty="0"/>
              <a:t>“fast movement,” which was slowed down by time solved these.</a:t>
            </a:r>
            <a:br>
              <a:rPr lang="en-US" dirty="0"/>
            </a:br>
            <a:r>
              <a:rPr lang="en-US" dirty="0"/>
              <a:t>But “Movement” was a misnomer. So I started calling everything SEGMENT_SIZE.</a:t>
            </a:r>
          </a:p>
          <a:p>
            <a:pPr marL="0" indent="0">
              <a:buNone/>
            </a:pPr>
            <a:r>
              <a:rPr lang="en-US" dirty="0"/>
              <a:t>You move 1 SEGMENT_SIZE every MOVEMENT_DELAY.</a:t>
            </a:r>
          </a:p>
          <a:p>
            <a:pPr marL="0" indent="0">
              <a:buNone/>
            </a:pPr>
            <a:r>
              <a:rPr lang="en-US" dirty="0"/>
              <a:t>A snake body is a head, and a rectangle one SEGMENT_SIZE away, and another rectangle one SEGMENT_SIZE away. </a:t>
            </a:r>
          </a:p>
        </p:txBody>
      </p:sp>
    </p:spTree>
    <p:extLst>
      <p:ext uri="{BB962C8B-B14F-4D97-AF65-F5344CB8AC3E}">
        <p14:creationId xmlns:p14="http://schemas.microsoft.com/office/powerpoint/2010/main" val="3320564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49CF-58DB-DF81-D80C-A7CA37447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Blitting</a:t>
            </a:r>
            <a:r>
              <a:rPr lang="en-US" dirty="0"/>
              <a:t>!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4F5C1-B1A8-18F2-DBCE-D6384DD19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were </a:t>
            </a:r>
            <a:r>
              <a:rPr lang="en-US" dirty="0" err="1"/>
              <a:t>blitting</a:t>
            </a:r>
            <a:r>
              <a:rPr lang="en-US" dirty="0"/>
              <a:t> everywhere. We </a:t>
            </a:r>
            <a:r>
              <a:rPr lang="en-US" dirty="0" err="1"/>
              <a:t>blit</a:t>
            </a:r>
            <a:r>
              <a:rPr lang="en-US" dirty="0"/>
              <a:t> a score up top:</a:t>
            </a:r>
            <a:br>
              <a:rPr lang="en-US" dirty="0"/>
            </a:br>
            <a:r>
              <a:rPr lang="en-US" dirty="0" err="1"/>
              <a:t>self.screen.blit</a:t>
            </a:r>
            <a:r>
              <a:rPr lang="en-US" dirty="0"/>
              <a:t>(text,(10,10))</a:t>
            </a:r>
          </a:p>
          <a:p>
            <a:pPr marL="0" indent="0">
              <a:buNone/>
            </a:pPr>
            <a:r>
              <a:rPr lang="en-US" dirty="0"/>
              <a:t>We </a:t>
            </a:r>
            <a:r>
              <a:rPr lang="en-US" dirty="0" err="1"/>
              <a:t>blit</a:t>
            </a:r>
            <a:r>
              <a:rPr lang="en-US" dirty="0"/>
              <a:t> a tombstone</a:t>
            </a:r>
            <a:br>
              <a:rPr lang="en-US" dirty="0"/>
            </a:br>
            <a:r>
              <a:rPr lang="en-US" dirty="0"/>
              <a:t>        </a:t>
            </a:r>
            <a:r>
              <a:rPr lang="en-US" dirty="0" err="1"/>
              <a:t>self.screen.blit</a:t>
            </a:r>
            <a:r>
              <a:rPr lang="en-US" dirty="0"/>
              <a:t>(</a:t>
            </a:r>
            <a:r>
              <a:rPr lang="en-US" dirty="0" err="1"/>
              <a:t>self.tombstone</a:t>
            </a:r>
            <a:r>
              <a:rPr lang="en-US" dirty="0"/>
              <a:t>, (233,0))</a:t>
            </a:r>
          </a:p>
          <a:p>
            <a:pPr marL="0" indent="0">
              <a:buNone/>
            </a:pPr>
            <a:r>
              <a:rPr lang="en-US" dirty="0"/>
              <a:t>We Even </a:t>
            </a:r>
            <a:r>
              <a:rPr lang="en-US" dirty="0" err="1"/>
              <a:t>blit</a:t>
            </a:r>
            <a:r>
              <a:rPr lang="en-US" dirty="0"/>
              <a:t> on a </a:t>
            </a:r>
            <a:r>
              <a:rPr lang="en-US" dirty="0" err="1"/>
              <a:t>blit</a:t>
            </a:r>
            <a:r>
              <a:rPr lang="en-US" dirty="0"/>
              <a:t>, putting text on that tombstone:</a:t>
            </a:r>
            <a:br>
              <a:rPr lang="en-US" dirty="0"/>
            </a:br>
            <a:r>
              <a:rPr lang="en-US" dirty="0"/>
              <a:t>        </a:t>
            </a:r>
            <a:r>
              <a:rPr lang="en-US" dirty="0" err="1"/>
              <a:t>self.screen.blit</a:t>
            </a:r>
            <a:r>
              <a:rPr lang="en-US" dirty="0"/>
              <a:t>(</a:t>
            </a:r>
            <a:r>
              <a:rPr lang="en-US" dirty="0" err="1"/>
              <a:t>score_text</a:t>
            </a:r>
            <a:r>
              <a:rPr lang="en-US" dirty="0"/>
              <a:t>, (355, 325))</a:t>
            </a:r>
          </a:p>
          <a:p>
            <a:pPr marL="0" indent="0">
              <a:buNone/>
            </a:pPr>
            <a:r>
              <a:rPr lang="en-US" dirty="0"/>
              <a:t>Between </a:t>
            </a:r>
            <a:r>
              <a:rPr lang="en-US" dirty="0" err="1"/>
              <a:t>screen.fill</a:t>
            </a:r>
            <a:r>
              <a:rPr lang="en-US" dirty="0"/>
              <a:t>, and </a:t>
            </a:r>
            <a:r>
              <a:rPr lang="en-US" dirty="0" err="1"/>
              <a:t>blit</a:t>
            </a:r>
            <a:r>
              <a:rPr lang="en-US" dirty="0"/>
              <a:t>, most of the rendering work is done!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502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006B1-AC3B-F0A2-E1AD-B5EEEF54D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Organizing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DC6E3-BFAF-98D4-03DB-7E019ABF43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Took everything messy out of main.py and put it in game.py.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Tried to give every object their own draw function so main’s draw could just go </a:t>
            </a:r>
            <a:r>
              <a:rPr lang="en-US" dirty="0" err="1"/>
              <a:t>snake.draw</a:t>
            </a:r>
            <a:r>
              <a:rPr lang="en-US" dirty="0"/>
              <a:t>, </a:t>
            </a:r>
            <a:r>
              <a:rPr lang="en-US" dirty="0" err="1"/>
              <a:t>fruit.draw</a:t>
            </a:r>
            <a:r>
              <a:rPr lang="en-US" dirty="0"/>
              <a:t>, </a:t>
            </a:r>
            <a:r>
              <a:rPr lang="en-US" dirty="0" err="1"/>
              <a:t>score.show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Src</a:t>
            </a:r>
            <a:r>
              <a:rPr lang="en-US" dirty="0"/>
              <a:t> held the </a:t>
            </a:r>
            <a:r>
              <a:rPr lang="en-US" dirty="0" err="1"/>
              <a:t>py</a:t>
            </a:r>
            <a:r>
              <a:rPr lang="en-US" dirty="0"/>
              <a:t> files, assets held the assets. A readme helped to organize it.  </a:t>
            </a:r>
          </a:p>
          <a:p>
            <a:pPr marL="0" indent="0">
              <a:buNone/>
            </a:pPr>
            <a:r>
              <a:rPr lang="en-US" dirty="0"/>
              <a:t>Gameplay is ideally one master loop that is very smooth. It’s very easy to have while running: while </a:t>
            </a:r>
            <a:r>
              <a:rPr lang="en-US" dirty="0" err="1"/>
              <a:t>game_over</a:t>
            </a:r>
            <a:r>
              <a:rPr lang="en-US" dirty="0"/>
              <a:t>: and accidentally have nested while loops. </a:t>
            </a:r>
          </a:p>
        </p:txBody>
      </p:sp>
    </p:spTree>
    <p:extLst>
      <p:ext uri="{BB962C8B-B14F-4D97-AF65-F5344CB8AC3E}">
        <p14:creationId xmlns:p14="http://schemas.microsoft.com/office/powerpoint/2010/main" val="5123813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429</Words>
  <Application>Microsoft Office PowerPoint</Application>
  <PresentationFormat>Widescreen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The main lesson</vt:lpstr>
      <vt:lpstr>The first two stages of development</vt:lpstr>
      <vt:lpstr>Most important parts</vt:lpstr>
      <vt:lpstr>What is movement, anyways?</vt:lpstr>
      <vt:lpstr>Blitting! </vt:lpstr>
      <vt:lpstr>Organizing 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Jemma Little</dc:creator>
  <cp:lastModifiedBy>Jemma Little</cp:lastModifiedBy>
  <cp:revision>1</cp:revision>
  <dcterms:created xsi:type="dcterms:W3CDTF">2026-08-02T18:00:22Z</dcterms:created>
  <dcterms:modified xsi:type="dcterms:W3CDTF">2026-08-02T19:17:19Z</dcterms:modified>
</cp:coreProperties>
</file>